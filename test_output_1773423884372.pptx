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</a:rPr>
              <a:t>Market Strategy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Accelerating towards 100,000 feet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</a:rPr>
              <a:t>Market demand for AI-driven spatial reasoning is growing 45% YoY</a:t>
            </a:r>
            <a:endParaRPr lang="en-US" sz="1600" dirty="0"/>
          </a:p>
          <a:p>
            <a:r>
              <a:rPr lang="en-US" sz="1600" dirty="0">
                <a:solidFill>
                  <a:srgbClr val="1A1A1A"/>
                </a:solidFill>
              </a:rPr>
              <a:t>WidgeTDC Foundry provides the only integrated synthesis-to-render pipeline</a:t>
            </a:r>
            <a:endParaRPr lang="en-US" sz="1600" dirty="0"/>
          </a:p>
          <a:p>
            <a:r>
              <a:rPr lang="en-US" sz="1600" dirty="0">
                <a:solidFill>
                  <a:srgbClr val="1A1A1A"/>
                </a:solidFill>
              </a:rPr>
              <a:t>Target: 1,000 active strategic canvases by Q4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Competitive Landscape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Strategic Recommendation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Sharp Test: Market Strategy 2026</dc:title>
  <dc:subject>AI-Generated Presentation</dc:subject>
  <dc:creator>Steve &amp;#x2F; Gemini</dc:creator>
  <cp:lastModifiedBy>Steve &amp;#x2F; Gemini</cp:lastModifiedBy>
  <cp:revision>1</cp:revision>
  <dcterms:created xsi:type="dcterms:W3CDTF">2026-03-13T17:44:44Z</dcterms:created>
  <dcterms:modified xsi:type="dcterms:W3CDTF">2026-03-13T17:44:44Z</dcterms:modified>
</cp:coreProperties>
</file>